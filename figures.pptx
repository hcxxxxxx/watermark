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600"/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60"/>
  </p:normalViewPr>
  <p:slideViewPr>
    <p:cSldViewPr snapToGrid="0">
      <p:cViewPr>
        <p:scale>
          <a:sx n="204" d="100"/>
          <a:sy n="204" d="100"/>
        </p:scale>
        <p:origin x="-1384" y="-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3AC005-D50E-C55D-BA28-69DCD53E0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AAA8FDF-5689-3EE6-FBFC-AF4C81394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8931C9-26E5-F7DB-D523-FFB1F5465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2B8492-3A92-5BB2-13A5-281ABC1BD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A90813-63E5-1FD3-9D1B-FD7DD9D9F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704143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BB0198-CDED-0C6D-34F9-D7509BEE2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9EC6A5-BF09-17E0-E32A-893CA4948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E8D3381-8111-1885-6AD4-6324C8D57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BA6E06-9883-B5B0-C7C2-7B7FBE7E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86DE63-611D-95DE-F3F9-AF3F733E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22349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30BFE9-39CF-D10A-0445-1FB138C77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9DF4B13-F42B-F8FD-9F36-06CF8CF7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006584-1124-CF86-13D6-F50560832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7CF476-7053-9044-67BD-4BDFCB7CD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FC5A44-4049-2E77-DCA7-57601FFBF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5864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20A173-85EE-4AB0-3235-9375799FF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3EF531-B600-9F56-9A7E-3BFB8E0FF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048F0C2-D449-348C-80E4-3740BC6553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2E3A66-C16E-4297-C53A-5C1D83074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D0A960-07B8-BE18-E3D3-11BF25470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ADBE72-BDC6-70DB-E2C0-7D857BFE1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247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557B3C-5F1E-AC49-9570-4259A7842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C0F2F5-71D4-63A0-85A0-9B30C9ED8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4A85410-3ADE-CC9E-9000-BFD03E3417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9C57F00-AA03-B6D3-FAE1-96B08B9FFC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1C78472-767D-157F-1C72-4F7603C654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B12F800-9CF7-3849-D5B9-E1B35BAC3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D6720D4-8D5F-453B-255A-876AE42EE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55CB27D-3E51-3201-C2BC-C19EA9B6D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0763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D8DF85-BC80-36D8-0FD8-1D3099924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6D3A3CB-9133-21CE-EE0A-0FD26F143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E540C4A-C544-B17F-27E4-C040E22C8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5B3EC3D-DCEA-A2D6-BED9-31EEA592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438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07CFF1B-8B79-59A8-AE43-C2F1D09A4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237635C-7875-AD46-C0E5-135A76157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37063C8-C45D-AA1B-8424-759944104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06530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F6EDD6-633E-41E0-1ED9-0A9717EB0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3304B2-DCF1-643F-17C8-EE650E095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90A3CB-D3CE-9141-D54E-80EDE5D20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B061E7-74AD-7FF3-674F-2A7EA871C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A07272-D8A0-8419-0DC2-EC80DE1E2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757DC89-545A-25F0-F3D0-BE3619334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0681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08FE7F-7C16-A179-175C-68687D460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F9DFD88-83E4-96D2-A9F7-95D3FD852D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3C5185-9267-F069-D0E9-B35CCF1C4B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7F1ECF7-70DB-2CF5-520F-C12B0F848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168B5C-D0D5-BE12-4168-9DB00A843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014722-8617-B246-5730-3AC36D60F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364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E9B851-1C12-B173-9E24-4A282F7CD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EFA5C5D-39EE-5BF6-1C38-73459A5325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5BEA8FF-BF2C-4287-9764-2BC5830E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DCFEB4-9871-A600-9F46-5C5A1CB3F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D66F8C-09A2-D177-46D9-4E307001D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14766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1741C09-ED41-838A-8CBE-F82E52052A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86697C-4429-276B-2C2B-0D752D191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380A9-A175-5CC8-98E3-91FDBE973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3367FC-A1D9-148D-7318-68A80A93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98D63E-9E96-3BD7-3AFF-0BC98B9C4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57985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E3C3293-4738-FF5D-6ACA-108AE6073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C0F655-0758-D3BF-5984-18DB913F6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02EE73-728F-1538-FBA5-57AA9DA1FB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B817A3-0E88-CF48-8EE5-F2132D64E4BC}" type="datetimeFigureOut">
              <a:rPr kumimoji="1" lang="zh-CN" altLang="en-US" smtClean="0"/>
              <a:t>2026/6/4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BC48A2-9833-5699-C149-A666C5174D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B76949C-37E3-41D9-60D3-6BF6E3510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190C41-7BAB-4E4E-BA9A-922B3A2DFE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2805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片 23">
            <a:extLst>
              <a:ext uri="{FF2B5EF4-FFF2-40B4-BE49-F238E27FC236}">
                <a16:creationId xmlns:a16="http://schemas.microsoft.com/office/drawing/2014/main" id="{3B5F3D38-4BF9-7B60-F895-34AE295C9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879" y="1522157"/>
            <a:ext cx="1072616" cy="143999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0EBE321-FAEF-A7DD-8DF4-17DF3405F852}"/>
              </a:ext>
            </a:extLst>
          </p:cNvPr>
          <p:cNvPicPr>
            <a:picLocks/>
          </p:cNvPicPr>
          <p:nvPr/>
        </p:nvPicPr>
        <p:blipFill>
          <a:blip r:embed="rId3">
            <a:alphaModFix amt="61000"/>
          </a:blip>
          <a:stretch>
            <a:fillRect/>
          </a:stretch>
        </p:blipFill>
        <p:spPr>
          <a:xfrm>
            <a:off x="1382484" y="1882159"/>
            <a:ext cx="1072616" cy="720000"/>
          </a:xfrm>
          <a:prstGeom prst="rect">
            <a:avLst/>
          </a:prstGeom>
          <a:noFill/>
        </p:spPr>
      </p:pic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38D8A357-3821-158F-D8B8-5286BBBE4724}"/>
              </a:ext>
            </a:extLst>
          </p:cNvPr>
          <p:cNvCxnSpPr>
            <a:cxnSpLocks/>
          </p:cNvCxnSpPr>
          <p:nvPr/>
        </p:nvCxnSpPr>
        <p:spPr>
          <a:xfrm>
            <a:off x="1376221" y="2962159"/>
            <a:ext cx="12792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线箭头连接符 13">
            <a:extLst>
              <a:ext uri="{FF2B5EF4-FFF2-40B4-BE49-F238E27FC236}">
                <a16:creationId xmlns:a16="http://schemas.microsoft.com/office/drawing/2014/main" id="{5F845ECD-BDC3-6327-4661-4EA18225C965}"/>
              </a:ext>
            </a:extLst>
          </p:cNvPr>
          <p:cNvCxnSpPr>
            <a:cxnSpLocks/>
          </p:cNvCxnSpPr>
          <p:nvPr/>
        </p:nvCxnSpPr>
        <p:spPr>
          <a:xfrm flipV="1">
            <a:off x="1382484" y="1308970"/>
            <a:ext cx="0" cy="16531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1DF9360-9F71-AF30-5DB4-2568719AFDC2}"/>
              </a:ext>
            </a:extLst>
          </p:cNvPr>
          <p:cNvSpPr txBox="1"/>
          <p:nvPr/>
        </p:nvSpPr>
        <p:spPr>
          <a:xfrm>
            <a:off x="1090829" y="1383658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80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AF1F78D-D5B0-B69B-9CE1-A0ED5AE41649}"/>
              </a:ext>
            </a:extLst>
          </p:cNvPr>
          <p:cNvSpPr txBox="1"/>
          <p:nvPr/>
        </p:nvSpPr>
        <p:spPr>
          <a:xfrm>
            <a:off x="1090829" y="1743658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60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007A7F8-A5D0-75AD-4DA2-9526264A3FB1}"/>
              </a:ext>
            </a:extLst>
          </p:cNvPr>
          <p:cNvSpPr txBox="1"/>
          <p:nvPr/>
        </p:nvSpPr>
        <p:spPr>
          <a:xfrm>
            <a:off x="1090829" y="2463659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20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F3D0171-28FF-E267-BFED-4381EB47F8C6}"/>
              </a:ext>
            </a:extLst>
          </p:cNvPr>
          <p:cNvSpPr txBox="1"/>
          <p:nvPr/>
        </p:nvSpPr>
        <p:spPr>
          <a:xfrm>
            <a:off x="1138060" y="282366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0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78874-95CC-A3DE-852D-7C1793D94A0E}"/>
              </a:ext>
            </a:extLst>
          </p:cNvPr>
          <p:cNvSpPr txBox="1"/>
          <p:nvPr/>
        </p:nvSpPr>
        <p:spPr>
          <a:xfrm>
            <a:off x="1049254" y="1080547"/>
            <a:ext cx="7040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050" dirty="0">
                <a:latin typeface="Calisto MT" panose="02040603050505030304" pitchFamily="18" charset="0"/>
              </a:rPr>
              <a:t>Mel bins</a:t>
            </a:r>
            <a:endParaRPr kumimoji="1" lang="zh-CN" altLang="en-US" sz="1050" dirty="0">
              <a:latin typeface="Calisto MT" panose="0204060305050503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22C4ECA-80FA-999D-3680-193D72EEBAD2}"/>
              </a:ext>
            </a:extLst>
          </p:cNvPr>
          <p:cNvSpPr txBox="1"/>
          <p:nvPr/>
        </p:nvSpPr>
        <p:spPr>
          <a:xfrm>
            <a:off x="2278916" y="2962159"/>
            <a:ext cx="48603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050" dirty="0">
                <a:latin typeface="Calisto MT" panose="02040603050505030304" pitchFamily="18" charset="0"/>
              </a:rPr>
              <a:t>Time</a:t>
            </a:r>
            <a:endParaRPr kumimoji="1" lang="zh-CN" altLang="en-US" sz="1050" dirty="0">
              <a:latin typeface="Calisto MT" panose="02040603050505030304" pitchFamily="18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FAE5237-2807-E47A-EF92-BB45E62E11AF}"/>
              </a:ext>
            </a:extLst>
          </p:cNvPr>
          <p:cNvSpPr/>
          <p:nvPr/>
        </p:nvSpPr>
        <p:spPr>
          <a:xfrm>
            <a:off x="1382484" y="1889079"/>
            <a:ext cx="1072616" cy="713080"/>
          </a:xfrm>
          <a:prstGeom prst="rect">
            <a:avLst/>
          </a:prstGeom>
          <a:noFill/>
          <a:ln w="15875">
            <a:solidFill>
              <a:srgbClr val="FF76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7721C826-ED94-072D-5A18-F83769127D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00" b="24999"/>
          <a:stretch/>
        </p:blipFill>
        <p:spPr>
          <a:xfrm>
            <a:off x="3297298" y="1591404"/>
            <a:ext cx="1938913" cy="1301502"/>
          </a:xfrm>
          <a:prstGeom prst="rect">
            <a:avLst/>
          </a:prstGeom>
        </p:spPr>
      </p:pic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41039DFE-A3B7-BACF-325D-E494A2346D5A}"/>
              </a:ext>
            </a:extLst>
          </p:cNvPr>
          <p:cNvCxnSpPr/>
          <p:nvPr/>
        </p:nvCxnSpPr>
        <p:spPr>
          <a:xfrm flipV="1">
            <a:off x="2461363" y="1597667"/>
            <a:ext cx="842198" cy="290753"/>
          </a:xfrm>
          <a:prstGeom prst="line">
            <a:avLst/>
          </a:prstGeom>
          <a:ln w="15875">
            <a:solidFill>
              <a:srgbClr val="FF76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D94B6993-1895-86DD-9460-785ABC5336D3}"/>
              </a:ext>
            </a:extLst>
          </p:cNvPr>
          <p:cNvCxnSpPr>
            <a:cxnSpLocks/>
          </p:cNvCxnSpPr>
          <p:nvPr/>
        </p:nvCxnSpPr>
        <p:spPr>
          <a:xfrm>
            <a:off x="2459798" y="2602158"/>
            <a:ext cx="837500" cy="284493"/>
          </a:xfrm>
          <a:prstGeom prst="line">
            <a:avLst/>
          </a:prstGeom>
          <a:ln w="15875">
            <a:solidFill>
              <a:srgbClr val="FF76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5AFE6E1-91CA-133A-3E35-2C747DBA053B}"/>
              </a:ext>
            </a:extLst>
          </p:cNvPr>
          <p:cNvSpPr txBox="1"/>
          <p:nvPr/>
        </p:nvSpPr>
        <p:spPr>
          <a:xfrm>
            <a:off x="2968064" y="1398322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60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2C85691-D2F1-EE78-980C-ED3EB00B2560}"/>
              </a:ext>
            </a:extLst>
          </p:cNvPr>
          <p:cNvSpPr txBox="1"/>
          <p:nvPr/>
        </p:nvSpPr>
        <p:spPr>
          <a:xfrm>
            <a:off x="2976156" y="2823661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20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cxnSp>
        <p:nvCxnSpPr>
          <p:cNvPr id="35" name="直线连接符 34">
            <a:extLst>
              <a:ext uri="{FF2B5EF4-FFF2-40B4-BE49-F238E27FC236}">
                <a16:creationId xmlns:a16="http://schemas.microsoft.com/office/drawing/2014/main" id="{20615437-2D6F-EB66-6263-B7FB92A614B8}"/>
              </a:ext>
            </a:extLst>
          </p:cNvPr>
          <p:cNvCxnSpPr>
            <a:cxnSpLocks/>
          </p:cNvCxnSpPr>
          <p:nvPr/>
        </p:nvCxnSpPr>
        <p:spPr>
          <a:xfrm>
            <a:off x="3786071" y="1597994"/>
            <a:ext cx="0" cy="1295247"/>
          </a:xfrm>
          <a:prstGeom prst="line">
            <a:avLst/>
          </a:prstGeom>
          <a:ln w="127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37982A76-AB30-1F9F-08AD-8B2481D79BC4}"/>
              </a:ext>
            </a:extLst>
          </p:cNvPr>
          <p:cNvCxnSpPr>
            <a:cxnSpLocks/>
          </p:cNvCxnSpPr>
          <p:nvPr/>
        </p:nvCxnSpPr>
        <p:spPr>
          <a:xfrm>
            <a:off x="3551993" y="1597994"/>
            <a:ext cx="0" cy="1295247"/>
          </a:xfrm>
          <a:prstGeom prst="line">
            <a:avLst/>
          </a:prstGeom>
          <a:ln w="127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线连接符 38">
            <a:extLst>
              <a:ext uri="{FF2B5EF4-FFF2-40B4-BE49-F238E27FC236}">
                <a16:creationId xmlns:a16="http://schemas.microsoft.com/office/drawing/2014/main" id="{ABABA983-31AF-F6B0-40B7-1EC15C564493}"/>
              </a:ext>
            </a:extLst>
          </p:cNvPr>
          <p:cNvCxnSpPr>
            <a:cxnSpLocks/>
          </p:cNvCxnSpPr>
          <p:nvPr/>
        </p:nvCxnSpPr>
        <p:spPr>
          <a:xfrm>
            <a:off x="4020149" y="1594531"/>
            <a:ext cx="0" cy="1295247"/>
          </a:xfrm>
          <a:prstGeom prst="line">
            <a:avLst/>
          </a:prstGeom>
          <a:ln w="127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线连接符 42">
            <a:extLst>
              <a:ext uri="{FF2B5EF4-FFF2-40B4-BE49-F238E27FC236}">
                <a16:creationId xmlns:a16="http://schemas.microsoft.com/office/drawing/2014/main" id="{9B26CADD-9300-28A8-2155-6F0FEA158C6A}"/>
              </a:ext>
            </a:extLst>
          </p:cNvPr>
          <p:cNvCxnSpPr>
            <a:cxnSpLocks/>
          </p:cNvCxnSpPr>
          <p:nvPr/>
        </p:nvCxnSpPr>
        <p:spPr>
          <a:xfrm>
            <a:off x="4495879" y="1594867"/>
            <a:ext cx="0" cy="1295247"/>
          </a:xfrm>
          <a:prstGeom prst="line">
            <a:avLst/>
          </a:prstGeom>
          <a:ln w="127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线连接符 43">
            <a:extLst>
              <a:ext uri="{FF2B5EF4-FFF2-40B4-BE49-F238E27FC236}">
                <a16:creationId xmlns:a16="http://schemas.microsoft.com/office/drawing/2014/main" id="{7C2A1CC6-A6B4-BAEC-C09E-39ADCDE92DE6}"/>
              </a:ext>
            </a:extLst>
          </p:cNvPr>
          <p:cNvCxnSpPr>
            <a:cxnSpLocks/>
          </p:cNvCxnSpPr>
          <p:nvPr/>
        </p:nvCxnSpPr>
        <p:spPr>
          <a:xfrm>
            <a:off x="4729957" y="1591404"/>
            <a:ext cx="0" cy="1295247"/>
          </a:xfrm>
          <a:prstGeom prst="line">
            <a:avLst/>
          </a:prstGeom>
          <a:ln w="12700"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955F3979-063C-0E08-DC89-1861EEBD8FDC}"/>
              </a:ext>
            </a:extLst>
          </p:cNvPr>
          <p:cNvSpPr txBox="1"/>
          <p:nvPr/>
        </p:nvSpPr>
        <p:spPr>
          <a:xfrm>
            <a:off x="3287143" y="134550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0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A7EE04F-8BCF-5010-E63D-18219977058F}"/>
              </a:ext>
            </a:extLst>
          </p:cNvPr>
          <p:cNvSpPr txBox="1"/>
          <p:nvPr/>
        </p:nvSpPr>
        <p:spPr>
          <a:xfrm>
            <a:off x="3533979" y="1345504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1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7D2248D-80E1-A6EE-C55F-442A747C0986}"/>
              </a:ext>
            </a:extLst>
          </p:cNvPr>
          <p:cNvSpPr txBox="1"/>
          <p:nvPr/>
        </p:nvSpPr>
        <p:spPr>
          <a:xfrm>
            <a:off x="3776148" y="134215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2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54ADFB27-7A27-0AFE-D6FF-9D847FF123E1}"/>
              </a:ext>
            </a:extLst>
          </p:cNvPr>
          <p:cNvSpPr txBox="1"/>
          <p:nvPr/>
        </p:nvSpPr>
        <p:spPr>
          <a:xfrm>
            <a:off x="4097027" y="130897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…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38C6A7D-FB30-FA3E-5FF0-5C6AD9F9547E}"/>
              </a:ext>
            </a:extLst>
          </p:cNvPr>
          <p:cNvSpPr txBox="1"/>
          <p:nvPr/>
        </p:nvSpPr>
        <p:spPr>
          <a:xfrm>
            <a:off x="4493569" y="1343183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i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AB29F99-01C4-578C-DA71-ECAD3896A2BD}"/>
              </a:ext>
            </a:extLst>
          </p:cNvPr>
          <p:cNvSpPr txBox="1"/>
          <p:nvPr/>
        </p:nvSpPr>
        <p:spPr>
          <a:xfrm>
            <a:off x="4817892" y="1308969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latin typeface="Calisto MT" panose="02040603050505030304" pitchFamily="18" charset="0"/>
              </a:rPr>
              <a:t>…</a:t>
            </a:r>
            <a:endParaRPr kumimoji="1" lang="zh-CN" altLang="en-US" sz="1200" dirty="0">
              <a:latin typeface="Calisto MT" panose="0204060305050503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04DACE6-DCAB-5704-1545-726BD9609CCB}"/>
              </a:ext>
            </a:extLst>
          </p:cNvPr>
          <p:cNvSpPr txBox="1"/>
          <p:nvPr/>
        </p:nvSpPr>
        <p:spPr>
          <a:xfrm>
            <a:off x="3858780" y="1184175"/>
            <a:ext cx="8627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050" dirty="0">
                <a:latin typeface="Calisto MT" panose="02040603050505030304" pitchFamily="18" charset="0"/>
              </a:rPr>
              <a:t>Block index</a:t>
            </a:r>
            <a:endParaRPr kumimoji="1" lang="zh-CN" altLang="en-US" sz="1050" dirty="0">
              <a:latin typeface="Calisto MT" panose="0204060305050503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F733A8C1-AB3B-7DA8-6979-6769B4A4D371}"/>
              </a:ext>
            </a:extLst>
          </p:cNvPr>
          <p:cNvSpPr txBox="1"/>
          <p:nvPr/>
        </p:nvSpPr>
        <p:spPr>
          <a:xfrm>
            <a:off x="1439837" y="2060951"/>
            <a:ext cx="982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900" dirty="0">
                <a:latin typeface="Calisto MT" panose="02040603050505030304" pitchFamily="18" charset="0"/>
              </a:rPr>
              <a:t>Watermark</a:t>
            </a:r>
          </a:p>
          <a:p>
            <a:r>
              <a:rPr kumimoji="1" lang="en-US" altLang="zh-CN" sz="900" dirty="0">
                <a:latin typeface="Calisto MT" panose="02040603050505030304" pitchFamily="18" charset="0"/>
              </a:rPr>
              <a:t>Embedding area</a:t>
            </a:r>
            <a:endParaRPr kumimoji="1" lang="zh-CN" altLang="en-US" sz="900" dirty="0">
              <a:latin typeface="Calisto MT" panose="02040603050505030304" pitchFamily="18" charset="0"/>
            </a:endParaRPr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AC097A07-8EC3-7EBB-BCCA-AF76CD6D5C02}"/>
              </a:ext>
            </a:extLst>
          </p:cNvPr>
          <p:cNvPicPr>
            <a:picLocks/>
          </p:cNvPicPr>
          <p:nvPr/>
        </p:nvPicPr>
        <p:blipFill>
          <a:blip r:embed="rId3">
            <a:alphaModFix amt="61000"/>
          </a:blip>
          <a:stretch>
            <a:fillRect/>
          </a:stretch>
        </p:blipFill>
        <p:spPr>
          <a:xfrm>
            <a:off x="4487348" y="1591729"/>
            <a:ext cx="242608" cy="1301503"/>
          </a:xfrm>
          <a:prstGeom prst="rect">
            <a:avLst/>
          </a:prstGeom>
          <a:noFill/>
        </p:spPr>
      </p:pic>
      <p:sp>
        <p:nvSpPr>
          <p:cNvPr id="54" name="矩形 53">
            <a:extLst>
              <a:ext uri="{FF2B5EF4-FFF2-40B4-BE49-F238E27FC236}">
                <a16:creationId xmlns:a16="http://schemas.microsoft.com/office/drawing/2014/main" id="{E4A608E9-3125-8272-DC6B-B0604FF33E18}"/>
              </a:ext>
            </a:extLst>
          </p:cNvPr>
          <p:cNvSpPr/>
          <p:nvPr/>
        </p:nvSpPr>
        <p:spPr>
          <a:xfrm>
            <a:off x="4487349" y="1591412"/>
            <a:ext cx="242607" cy="1301502"/>
          </a:xfrm>
          <a:prstGeom prst="rect">
            <a:avLst/>
          </a:prstGeom>
          <a:noFill/>
          <a:ln w="12700">
            <a:solidFill>
              <a:srgbClr val="FF76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8473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</TotalTime>
  <Words>20</Words>
  <Application>Microsoft Macintosh PowerPoint</Application>
  <PresentationFormat>宽屏</PresentationFormat>
  <Paragraphs>17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Calisto MT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成勋 洪</dc:creator>
  <cp:lastModifiedBy>成勋 洪</cp:lastModifiedBy>
  <cp:revision>2</cp:revision>
  <dcterms:created xsi:type="dcterms:W3CDTF">2026-06-03T16:26:40Z</dcterms:created>
  <dcterms:modified xsi:type="dcterms:W3CDTF">2026-06-04T04:11:45Z</dcterms:modified>
</cp:coreProperties>
</file>