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40E3"/>
    <a:srgbClr val="618ADC"/>
    <a:srgbClr val="FC9815"/>
    <a:srgbClr val="FF7600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0"/>
  </p:normalViewPr>
  <p:slideViewPr>
    <p:cSldViewPr snapToGrid="0">
      <p:cViewPr>
        <p:scale>
          <a:sx n="185" d="100"/>
          <a:sy n="185" d="100"/>
        </p:scale>
        <p:origin x="-9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74A51-439E-D244-9B3D-7A0C4135E066}" type="datetimeFigureOut">
              <a:rPr kumimoji="1" lang="zh-CN" altLang="en-US" smtClean="0"/>
              <a:t>2026/6/6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7DD16-F395-984D-B255-73F7D65BCDA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919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7DD16-F395-984D-B255-73F7D65BCDA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0736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AC005-D50E-C55D-BA28-69DCD53E0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AA8FDF-5689-3EE6-FBFC-AF4C81394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8931C9-26E5-F7DB-D523-FFB1F546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2B8492-3A92-5BB2-13A5-281ABC1B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A90813-63E5-1FD3-9D1B-FD7DD9D9F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041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B0198-CDED-0C6D-34F9-D7509BEE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9EC6A5-BF09-17E0-E32A-893CA4948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8D3381-8111-1885-6AD4-6324C8D5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BA6E06-9883-B5B0-C7C2-7B7FBE7E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86DE63-611D-95DE-F3F9-AF3F733E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234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0BFE9-39CF-D10A-0445-1FB138C77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DF4B13-F42B-F8FD-9F36-06CF8CF7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006584-1124-CF86-13D6-F5056083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7CF476-7053-9044-67BD-4BDFCB7C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FC5A44-4049-2E77-DCA7-57601FFB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586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0A173-85EE-4AB0-3235-9375799F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EF531-B600-9F56-9A7E-3BFB8E0FF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48F0C2-D449-348C-80E4-3740BC655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2E3A66-C16E-4297-C53A-5C1D8307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D0A960-07B8-BE18-E3D3-11BF2547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ADBE72-BDC6-70DB-E2C0-7D857BFE1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247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557B3C-5F1E-AC49-9570-4259A784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C0F2F5-71D4-63A0-85A0-9B30C9ED8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A85410-3ADE-CC9E-9000-BFD03E341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C57F00-AA03-B6D3-FAE1-96B08B9FFC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C78472-767D-157F-1C72-4F7603C65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B12F800-9CF7-3849-D5B9-E1B35BAC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D6720D4-8D5F-453B-255A-876AE42E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5CB27D-3E51-3201-C2BC-C19EA9B6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076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8DF85-BC80-36D8-0FD8-1D309992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D3A3CB-9133-21CE-EE0A-0FD26F14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540C4A-C544-B17F-27E4-C040E22C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B3EC3D-DCEA-A2D6-BED9-31EEA592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43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7CFF1B-8B79-59A8-AE43-C2F1D09A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37635C-7875-AD46-C0E5-135A7615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7063C8-C45D-AA1B-8424-75994410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653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6EDD6-633E-41E0-1ED9-0A9717EB0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3304B2-DCF1-643F-17C8-EE650E095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90A3CB-D3CE-9141-D54E-80EDE5D20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B061E7-74AD-7FF3-674F-2A7EA871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A07272-D8A0-8419-0DC2-EC80DE1E2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57DC89-545A-25F0-F3D0-BE361933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068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8FE7F-7C16-A179-175C-68687D46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9DFD88-83E4-96D2-A9F7-95D3FD852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3C5185-9267-F069-D0E9-B35CCF1C4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F1ECF7-70DB-2CF5-520F-C12B0F84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168B5C-D0D5-BE12-4168-9DB00A843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014722-8617-B246-5730-3AC36D60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36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9B851-1C12-B173-9E24-4A282F7C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FA5C5D-39EE-5BF6-1C38-73459A532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BEA8FF-BF2C-4287-9764-2BC5830E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CFEB4-9871-A600-9F46-5C5A1CB3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D66F8C-09A2-D177-46D9-4E307001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476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741C09-ED41-838A-8CBE-F82E52052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86697C-4429-276B-2C2B-0D752D191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6380A9-A175-5CC8-98E3-91FDBE97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3367FC-A1D9-148D-7318-68A80A93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98D63E-9E96-3BD7-3AFF-0BC98B9C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798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3C3293-4738-FF5D-6ACA-108AE6073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C0F655-0758-D3BF-5984-18DB913F6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02EE73-728F-1538-FBA5-57AA9DA1F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817A3-0E88-CF48-8EE5-F2132D64E4BC}" type="datetimeFigureOut">
              <a:rPr kumimoji="1" lang="zh-CN" altLang="en-US" smtClean="0"/>
              <a:t>2026/6/4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BC48A2-9833-5699-C149-A666C5174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6949C-37E3-41D9-60D3-6BF6E3510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90C41-7BAB-4E4E-BA9A-922B3A2DFE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805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3B5F3D38-4BF9-7B60-F895-34AE295C9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879" y="1522157"/>
            <a:ext cx="1072616" cy="143999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0EBE321-FAEF-A7DD-8DF4-17DF3405F852}"/>
              </a:ext>
            </a:extLst>
          </p:cNvPr>
          <p:cNvPicPr>
            <a:picLocks/>
          </p:cNvPicPr>
          <p:nvPr/>
        </p:nvPicPr>
        <p:blipFill>
          <a:blip r:embed="rId4">
            <a:alphaModFix amt="61000"/>
          </a:blip>
          <a:stretch>
            <a:fillRect/>
          </a:stretch>
        </p:blipFill>
        <p:spPr>
          <a:xfrm>
            <a:off x="1382484" y="1882159"/>
            <a:ext cx="1072616" cy="720000"/>
          </a:xfrm>
          <a:prstGeom prst="rect">
            <a:avLst/>
          </a:prstGeom>
          <a:noFill/>
        </p:spPr>
      </p:pic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38D8A357-3821-158F-D8B8-5286BBBE4724}"/>
              </a:ext>
            </a:extLst>
          </p:cNvPr>
          <p:cNvCxnSpPr>
            <a:cxnSpLocks/>
          </p:cNvCxnSpPr>
          <p:nvPr/>
        </p:nvCxnSpPr>
        <p:spPr>
          <a:xfrm>
            <a:off x="1376221" y="2962159"/>
            <a:ext cx="12792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5F845ECD-BDC3-6327-4661-4EA18225C965}"/>
              </a:ext>
            </a:extLst>
          </p:cNvPr>
          <p:cNvCxnSpPr>
            <a:cxnSpLocks/>
          </p:cNvCxnSpPr>
          <p:nvPr/>
        </p:nvCxnSpPr>
        <p:spPr>
          <a:xfrm flipV="1">
            <a:off x="1382484" y="1308970"/>
            <a:ext cx="0" cy="1653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1DF9360-9F71-AF30-5DB4-2568719AFDC2}"/>
              </a:ext>
            </a:extLst>
          </p:cNvPr>
          <p:cNvSpPr txBox="1"/>
          <p:nvPr/>
        </p:nvSpPr>
        <p:spPr>
          <a:xfrm>
            <a:off x="1090829" y="138365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80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F1F78D-D5B0-B69B-9CE1-A0ED5AE41649}"/>
              </a:ext>
            </a:extLst>
          </p:cNvPr>
          <p:cNvSpPr txBox="1"/>
          <p:nvPr/>
        </p:nvSpPr>
        <p:spPr>
          <a:xfrm>
            <a:off x="1090829" y="174365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60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07A7F8-A5D0-75AD-4DA2-9526264A3FB1}"/>
              </a:ext>
            </a:extLst>
          </p:cNvPr>
          <p:cNvSpPr txBox="1"/>
          <p:nvPr/>
        </p:nvSpPr>
        <p:spPr>
          <a:xfrm>
            <a:off x="1090829" y="246365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20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3D0171-28FF-E267-BFED-4381EB47F8C6}"/>
              </a:ext>
            </a:extLst>
          </p:cNvPr>
          <p:cNvSpPr txBox="1"/>
          <p:nvPr/>
        </p:nvSpPr>
        <p:spPr>
          <a:xfrm>
            <a:off x="1138060" y="282366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0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A78874-95CC-A3DE-852D-7C1793D94A0E}"/>
              </a:ext>
            </a:extLst>
          </p:cNvPr>
          <p:cNvSpPr txBox="1"/>
          <p:nvPr/>
        </p:nvSpPr>
        <p:spPr>
          <a:xfrm>
            <a:off x="1049254" y="1080547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>
                <a:latin typeface="Calisto MT" panose="02040603050505030304" pitchFamily="18" charset="0"/>
              </a:rPr>
              <a:t>Mel bins</a:t>
            </a:r>
            <a:endParaRPr kumimoji="1" lang="zh-CN" altLang="en-US" sz="1050" dirty="0">
              <a:latin typeface="Calisto MT" panose="0204060305050503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2C4ECA-80FA-999D-3680-193D72EEBAD2}"/>
              </a:ext>
            </a:extLst>
          </p:cNvPr>
          <p:cNvSpPr txBox="1"/>
          <p:nvPr/>
        </p:nvSpPr>
        <p:spPr>
          <a:xfrm>
            <a:off x="2278916" y="2962159"/>
            <a:ext cx="4860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>
                <a:latin typeface="Calisto MT" panose="02040603050505030304" pitchFamily="18" charset="0"/>
              </a:rPr>
              <a:t>Time</a:t>
            </a:r>
            <a:endParaRPr kumimoji="1" lang="zh-CN" altLang="en-US" sz="1050" dirty="0">
              <a:latin typeface="Calisto MT" panose="0204060305050503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AE5237-2807-E47A-EF92-BB45E62E11AF}"/>
              </a:ext>
            </a:extLst>
          </p:cNvPr>
          <p:cNvSpPr/>
          <p:nvPr/>
        </p:nvSpPr>
        <p:spPr>
          <a:xfrm>
            <a:off x="1376221" y="1878901"/>
            <a:ext cx="1094537" cy="730178"/>
          </a:xfrm>
          <a:prstGeom prst="rect">
            <a:avLst/>
          </a:prstGeom>
          <a:noFill/>
          <a:ln w="25400">
            <a:solidFill>
              <a:srgbClr val="FF76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721C826-ED94-072D-5A18-F83769127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00" b="24999"/>
          <a:stretch/>
        </p:blipFill>
        <p:spPr>
          <a:xfrm>
            <a:off x="3297298" y="1591404"/>
            <a:ext cx="1938913" cy="1301502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41039DFE-A3B7-BACF-325D-E494A2346D5A}"/>
              </a:ext>
            </a:extLst>
          </p:cNvPr>
          <p:cNvCxnSpPr>
            <a:cxnSpLocks/>
          </p:cNvCxnSpPr>
          <p:nvPr/>
        </p:nvCxnSpPr>
        <p:spPr>
          <a:xfrm flipV="1">
            <a:off x="2461363" y="1585968"/>
            <a:ext cx="832577" cy="302452"/>
          </a:xfrm>
          <a:prstGeom prst="line">
            <a:avLst/>
          </a:prstGeom>
          <a:ln w="25400">
            <a:solidFill>
              <a:srgbClr val="FF76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D94B6993-1895-86DD-9460-785ABC5336D3}"/>
              </a:ext>
            </a:extLst>
          </p:cNvPr>
          <p:cNvCxnSpPr>
            <a:cxnSpLocks/>
          </p:cNvCxnSpPr>
          <p:nvPr/>
        </p:nvCxnSpPr>
        <p:spPr>
          <a:xfrm>
            <a:off x="2459798" y="2602158"/>
            <a:ext cx="831237" cy="283920"/>
          </a:xfrm>
          <a:prstGeom prst="line">
            <a:avLst/>
          </a:prstGeom>
          <a:ln w="25400">
            <a:solidFill>
              <a:srgbClr val="FF76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5AFE6E1-91CA-133A-3E35-2C747DBA053B}"/>
              </a:ext>
            </a:extLst>
          </p:cNvPr>
          <p:cNvSpPr txBox="1"/>
          <p:nvPr/>
        </p:nvSpPr>
        <p:spPr>
          <a:xfrm>
            <a:off x="2968064" y="1398322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60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2C85691-D2F1-EE78-980C-ED3EB00B2560}"/>
              </a:ext>
            </a:extLst>
          </p:cNvPr>
          <p:cNvSpPr txBox="1"/>
          <p:nvPr/>
        </p:nvSpPr>
        <p:spPr>
          <a:xfrm>
            <a:off x="2981223" y="2814375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20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20615437-2D6F-EB66-6263-B7FB92A614B8}"/>
              </a:ext>
            </a:extLst>
          </p:cNvPr>
          <p:cNvCxnSpPr>
            <a:cxnSpLocks/>
          </p:cNvCxnSpPr>
          <p:nvPr/>
        </p:nvCxnSpPr>
        <p:spPr>
          <a:xfrm>
            <a:off x="3786071" y="1597994"/>
            <a:ext cx="0" cy="1295247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37982A76-AB30-1F9F-08AD-8B2481D79BC4}"/>
              </a:ext>
            </a:extLst>
          </p:cNvPr>
          <p:cNvCxnSpPr>
            <a:cxnSpLocks/>
          </p:cNvCxnSpPr>
          <p:nvPr/>
        </p:nvCxnSpPr>
        <p:spPr>
          <a:xfrm>
            <a:off x="3551993" y="1597994"/>
            <a:ext cx="0" cy="1295247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ABABA983-31AF-F6B0-40B7-1EC15C564493}"/>
              </a:ext>
            </a:extLst>
          </p:cNvPr>
          <p:cNvCxnSpPr>
            <a:cxnSpLocks/>
          </p:cNvCxnSpPr>
          <p:nvPr/>
        </p:nvCxnSpPr>
        <p:spPr>
          <a:xfrm>
            <a:off x="4020149" y="1594531"/>
            <a:ext cx="0" cy="1295247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9B26CADD-9300-28A8-2155-6F0FEA158C6A}"/>
              </a:ext>
            </a:extLst>
          </p:cNvPr>
          <p:cNvCxnSpPr>
            <a:cxnSpLocks/>
          </p:cNvCxnSpPr>
          <p:nvPr/>
        </p:nvCxnSpPr>
        <p:spPr>
          <a:xfrm>
            <a:off x="4495879" y="1594867"/>
            <a:ext cx="0" cy="1295247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7C2A1CC6-A6B4-BAEC-C09E-39ADCDE92DE6}"/>
              </a:ext>
            </a:extLst>
          </p:cNvPr>
          <p:cNvCxnSpPr>
            <a:cxnSpLocks/>
          </p:cNvCxnSpPr>
          <p:nvPr/>
        </p:nvCxnSpPr>
        <p:spPr>
          <a:xfrm>
            <a:off x="4729957" y="1591404"/>
            <a:ext cx="0" cy="1295247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955F3979-063C-0E08-DC89-1861EEBD8FDC}"/>
              </a:ext>
            </a:extLst>
          </p:cNvPr>
          <p:cNvSpPr txBox="1"/>
          <p:nvPr/>
        </p:nvSpPr>
        <p:spPr>
          <a:xfrm>
            <a:off x="3287143" y="134550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0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A7EE04F-8BCF-5010-E63D-18219977058F}"/>
              </a:ext>
            </a:extLst>
          </p:cNvPr>
          <p:cNvSpPr txBox="1"/>
          <p:nvPr/>
        </p:nvSpPr>
        <p:spPr>
          <a:xfrm>
            <a:off x="3533979" y="134550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1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7D2248D-80E1-A6EE-C55F-442A747C0986}"/>
              </a:ext>
            </a:extLst>
          </p:cNvPr>
          <p:cNvSpPr txBox="1"/>
          <p:nvPr/>
        </p:nvSpPr>
        <p:spPr>
          <a:xfrm>
            <a:off x="3776148" y="13421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2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4ADFB27-7A27-0AFE-D6FF-9D847FF123E1}"/>
              </a:ext>
            </a:extLst>
          </p:cNvPr>
          <p:cNvSpPr txBox="1"/>
          <p:nvPr/>
        </p:nvSpPr>
        <p:spPr>
          <a:xfrm>
            <a:off x="4097027" y="1308970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…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38C6A7D-FB30-FA3E-5FF0-5C6AD9F9547E}"/>
              </a:ext>
            </a:extLst>
          </p:cNvPr>
          <p:cNvSpPr txBox="1"/>
          <p:nvPr/>
        </p:nvSpPr>
        <p:spPr>
          <a:xfrm>
            <a:off x="4493569" y="1343183"/>
            <a:ext cx="227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i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AB29F99-01C4-578C-DA71-ECAD3896A2BD}"/>
              </a:ext>
            </a:extLst>
          </p:cNvPr>
          <p:cNvSpPr txBox="1"/>
          <p:nvPr/>
        </p:nvSpPr>
        <p:spPr>
          <a:xfrm>
            <a:off x="4817892" y="130896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…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04DACE6-DCAB-5704-1545-726BD9609CCB}"/>
              </a:ext>
            </a:extLst>
          </p:cNvPr>
          <p:cNvSpPr txBox="1"/>
          <p:nvPr/>
        </p:nvSpPr>
        <p:spPr>
          <a:xfrm>
            <a:off x="3858780" y="1184175"/>
            <a:ext cx="8627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>
                <a:latin typeface="Calisto MT" panose="02040603050505030304" pitchFamily="18" charset="0"/>
              </a:rPr>
              <a:t>Block index</a:t>
            </a:r>
            <a:endParaRPr kumimoji="1" lang="zh-CN" altLang="en-US" sz="1050" dirty="0">
              <a:latin typeface="Calisto MT" panose="0204060305050503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733A8C1-AB3B-7DA8-6979-6769B4A4D371}"/>
              </a:ext>
            </a:extLst>
          </p:cNvPr>
          <p:cNvSpPr txBox="1"/>
          <p:nvPr/>
        </p:nvSpPr>
        <p:spPr>
          <a:xfrm>
            <a:off x="1423005" y="2060951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900" dirty="0">
                <a:latin typeface="Calisto MT" panose="02040603050505030304" pitchFamily="18" charset="0"/>
              </a:rPr>
              <a:t>Watermark</a:t>
            </a:r>
          </a:p>
          <a:p>
            <a:r>
              <a:rPr kumimoji="1" lang="en-US" altLang="zh-CN" sz="900" dirty="0">
                <a:latin typeface="Calisto MT" panose="02040603050505030304" pitchFamily="18" charset="0"/>
              </a:rPr>
              <a:t>Embedding Area</a:t>
            </a:r>
            <a:endParaRPr kumimoji="1" lang="zh-CN" altLang="en-US" sz="900" dirty="0">
              <a:latin typeface="Calisto MT" panose="02040603050505030304" pitchFamily="18" charset="0"/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AC097A07-8EC3-7EBB-BCCA-AF76CD6D5C02}"/>
              </a:ext>
            </a:extLst>
          </p:cNvPr>
          <p:cNvPicPr>
            <a:picLocks/>
          </p:cNvPicPr>
          <p:nvPr/>
        </p:nvPicPr>
        <p:blipFill>
          <a:blip r:embed="rId4">
            <a:alphaModFix amt="61000"/>
          </a:blip>
          <a:stretch>
            <a:fillRect/>
          </a:stretch>
        </p:blipFill>
        <p:spPr>
          <a:xfrm>
            <a:off x="4487348" y="1591730"/>
            <a:ext cx="242608" cy="1294922"/>
          </a:xfrm>
          <a:prstGeom prst="rect">
            <a:avLst/>
          </a:prstGeom>
          <a:noFill/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E4A608E9-3125-8272-DC6B-B0604FF33E18}"/>
              </a:ext>
            </a:extLst>
          </p:cNvPr>
          <p:cNvSpPr/>
          <p:nvPr/>
        </p:nvSpPr>
        <p:spPr>
          <a:xfrm>
            <a:off x="3297298" y="1585968"/>
            <a:ext cx="1944518" cy="1300683"/>
          </a:xfrm>
          <a:prstGeom prst="rect">
            <a:avLst/>
          </a:prstGeom>
          <a:noFill/>
          <a:ln w="25400">
            <a:solidFill>
              <a:srgbClr val="FF76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73167EB-68B0-7FC0-FD4B-97B9FF4B4A20}"/>
              </a:ext>
            </a:extLst>
          </p:cNvPr>
          <p:cNvSpPr/>
          <p:nvPr/>
        </p:nvSpPr>
        <p:spPr>
          <a:xfrm>
            <a:off x="5764277" y="1878901"/>
            <a:ext cx="609474" cy="107962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57117AD-32D8-32EE-F24F-D82BE1115F6A}"/>
              </a:ext>
            </a:extLst>
          </p:cNvPr>
          <p:cNvSpPr txBox="1"/>
          <p:nvPr/>
        </p:nvSpPr>
        <p:spPr>
          <a:xfrm>
            <a:off x="5533516" y="1675778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Calisto MT" panose="02040603050505030304" pitchFamily="18" charset="0"/>
              </a:rPr>
              <a:t>60</a:t>
            </a:r>
            <a:endParaRPr kumimoji="1" lang="zh-CN" altLang="en-US" sz="800" dirty="0">
              <a:latin typeface="Calisto MT" panose="0204060305050503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9FE7E2C-9B84-FC71-CE64-DF9A093AAD08}"/>
              </a:ext>
            </a:extLst>
          </p:cNvPr>
          <p:cNvSpPr txBox="1"/>
          <p:nvPr/>
        </p:nvSpPr>
        <p:spPr>
          <a:xfrm>
            <a:off x="5524615" y="2931096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dirty="0">
                <a:latin typeface="Calisto MT" panose="02040603050505030304" pitchFamily="18" charset="0"/>
              </a:rPr>
              <a:t>20</a:t>
            </a:r>
            <a:endParaRPr kumimoji="1" lang="zh-CN" altLang="en-US" sz="800" dirty="0">
              <a:latin typeface="Calisto MT" panose="0204060305050503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7D1BE1A-98C0-6F05-F72E-C1500F3AB355}"/>
              </a:ext>
            </a:extLst>
          </p:cNvPr>
          <p:cNvSpPr txBox="1"/>
          <p:nvPr/>
        </p:nvSpPr>
        <p:spPr>
          <a:xfrm>
            <a:off x="5604586" y="1346546"/>
            <a:ext cx="89960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>
                <a:latin typeface="Calisto MT" panose="02040603050505030304" pitchFamily="18" charset="0"/>
              </a:rPr>
              <a:t>Payload</a:t>
            </a:r>
            <a:r>
              <a:rPr kumimoji="1" lang="zh-CN" altLang="en-US" sz="1050" dirty="0">
                <a:latin typeface="Calisto MT" panose="02040603050505030304" pitchFamily="18" charset="0"/>
              </a:rPr>
              <a:t> </a:t>
            </a:r>
            <a:r>
              <a:rPr kumimoji="1" lang="en-US" altLang="zh-CN" sz="1050" dirty="0">
                <a:latin typeface="Calisto MT" panose="02040603050505030304" pitchFamily="18" charset="0"/>
              </a:rPr>
              <a:t>bit </a:t>
            </a:r>
            <a:r>
              <a:rPr kumimoji="1" lang="en-US" altLang="zh-CN" sz="1050" i="1" dirty="0">
                <a:latin typeface="Calisto MT" panose="02040603050505030304" pitchFamily="18" charset="0"/>
              </a:rPr>
              <a:t>j</a:t>
            </a:r>
          </a:p>
          <a:p>
            <a:pPr algn="ctr"/>
            <a:r>
              <a:rPr kumimoji="1" lang="en-US" altLang="zh-CN" sz="1050" dirty="0">
                <a:latin typeface="Calisto MT" panose="02040603050505030304" pitchFamily="18" charset="0"/>
              </a:rPr>
              <a:t>0/1</a:t>
            </a:r>
            <a:endParaRPr kumimoji="1" lang="zh-CN" altLang="en-US" sz="1050" dirty="0">
              <a:latin typeface="Calisto MT" panose="02040603050505030304" pitchFamily="18" charset="0"/>
            </a:endParaRPr>
          </a:p>
        </p:txBody>
      </p:sp>
      <p:pic>
        <p:nvPicPr>
          <p:cNvPr id="77" name="图形 76">
            <a:extLst>
              <a:ext uri="{FF2B5EF4-FFF2-40B4-BE49-F238E27FC236}">
                <a16:creationId xmlns:a16="http://schemas.microsoft.com/office/drawing/2014/main" id="{4D969777-DB9E-0B6C-3CD5-D9E84DF026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1793" y="1182878"/>
            <a:ext cx="215444" cy="215444"/>
          </a:xfrm>
          <a:prstGeom prst="rect">
            <a:avLst/>
          </a:prstGeom>
        </p:spPr>
      </p:pic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DFD22199-F68E-D4B2-7714-AE6D68BCDD65}"/>
              </a:ext>
            </a:extLst>
          </p:cNvPr>
          <p:cNvCxnSpPr>
            <a:cxnSpLocks/>
          </p:cNvCxnSpPr>
          <p:nvPr/>
        </p:nvCxnSpPr>
        <p:spPr>
          <a:xfrm>
            <a:off x="6052041" y="1708552"/>
            <a:ext cx="0" cy="1703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2CE393E7-CFE3-C03B-69F9-74B3DADC33BA}"/>
              </a:ext>
            </a:extLst>
          </p:cNvPr>
          <p:cNvSpPr>
            <a:spLocks noChangeAspect="1"/>
          </p:cNvSpPr>
          <p:nvPr/>
        </p:nvSpPr>
        <p:spPr>
          <a:xfrm>
            <a:off x="6769664" y="1248933"/>
            <a:ext cx="265663" cy="47059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CA782EF6-97D1-104C-1EFA-FBBA4E143535}"/>
              </a:ext>
            </a:extLst>
          </p:cNvPr>
          <p:cNvSpPr>
            <a:spLocks noChangeAspect="1"/>
          </p:cNvSpPr>
          <p:nvPr/>
        </p:nvSpPr>
        <p:spPr>
          <a:xfrm>
            <a:off x="6768984" y="1860436"/>
            <a:ext cx="265663" cy="47059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08FA7BB-BE9D-B00B-B12E-9C77EE40647A}"/>
              </a:ext>
            </a:extLst>
          </p:cNvPr>
          <p:cNvSpPr>
            <a:spLocks noChangeAspect="1"/>
          </p:cNvSpPr>
          <p:nvPr/>
        </p:nvSpPr>
        <p:spPr>
          <a:xfrm>
            <a:off x="6769376" y="2766137"/>
            <a:ext cx="265663" cy="47059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60D3A060-1136-D916-0FB8-432EFF8573B0}"/>
              </a:ext>
            </a:extLst>
          </p:cNvPr>
          <p:cNvCxnSpPr>
            <a:cxnSpLocks/>
          </p:cNvCxnSpPr>
          <p:nvPr/>
        </p:nvCxnSpPr>
        <p:spPr>
          <a:xfrm>
            <a:off x="6901815" y="2483753"/>
            <a:ext cx="0" cy="118405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891A31FD-1EBF-B5F4-5663-35B6CEB10281}"/>
              </a:ext>
            </a:extLst>
          </p:cNvPr>
          <p:cNvCxnSpPr>
            <a:cxnSpLocks/>
          </p:cNvCxnSpPr>
          <p:nvPr/>
        </p:nvCxnSpPr>
        <p:spPr>
          <a:xfrm>
            <a:off x="5761101" y="1974010"/>
            <a:ext cx="609475" cy="0"/>
          </a:xfrm>
          <a:prstGeom prst="line">
            <a:avLst/>
          </a:prstGeom>
          <a:ln w="9525">
            <a:solidFill>
              <a:schemeClr val="bg2">
                <a:lumMod val="50000"/>
                <a:alpha val="7953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59895E2C-9AFD-F03D-B6BF-D4CE8F09EA41}"/>
              </a:ext>
            </a:extLst>
          </p:cNvPr>
          <p:cNvCxnSpPr>
            <a:cxnSpLocks/>
          </p:cNvCxnSpPr>
          <p:nvPr/>
        </p:nvCxnSpPr>
        <p:spPr>
          <a:xfrm>
            <a:off x="5761100" y="2057776"/>
            <a:ext cx="609475" cy="0"/>
          </a:xfrm>
          <a:prstGeom prst="line">
            <a:avLst/>
          </a:prstGeom>
          <a:ln w="9525">
            <a:solidFill>
              <a:schemeClr val="bg2">
                <a:lumMod val="50000"/>
                <a:alpha val="7953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6C6E3980-8FF9-ECBE-6796-49D96B291A32}"/>
              </a:ext>
            </a:extLst>
          </p:cNvPr>
          <p:cNvCxnSpPr>
            <a:cxnSpLocks/>
          </p:cNvCxnSpPr>
          <p:nvPr/>
        </p:nvCxnSpPr>
        <p:spPr>
          <a:xfrm>
            <a:off x="5761100" y="2138899"/>
            <a:ext cx="609475" cy="0"/>
          </a:xfrm>
          <a:prstGeom prst="line">
            <a:avLst/>
          </a:prstGeom>
          <a:ln w="9525">
            <a:solidFill>
              <a:schemeClr val="bg2">
                <a:lumMod val="50000"/>
                <a:alpha val="7953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线连接符 92">
            <a:extLst>
              <a:ext uri="{FF2B5EF4-FFF2-40B4-BE49-F238E27FC236}">
                <a16:creationId xmlns:a16="http://schemas.microsoft.com/office/drawing/2014/main" id="{33183129-A0BC-CC03-7D8D-F645C8F7A332}"/>
              </a:ext>
            </a:extLst>
          </p:cNvPr>
          <p:cNvCxnSpPr>
            <a:cxnSpLocks/>
          </p:cNvCxnSpPr>
          <p:nvPr/>
        </p:nvCxnSpPr>
        <p:spPr>
          <a:xfrm>
            <a:off x="5761100" y="2229502"/>
            <a:ext cx="609475" cy="0"/>
          </a:xfrm>
          <a:prstGeom prst="line">
            <a:avLst/>
          </a:prstGeom>
          <a:ln w="9525">
            <a:solidFill>
              <a:schemeClr val="bg2">
                <a:lumMod val="50000"/>
                <a:alpha val="7953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B7AEAC99-4DF7-ABB5-D6AE-2823B3AEABB0}"/>
              </a:ext>
            </a:extLst>
          </p:cNvPr>
          <p:cNvCxnSpPr>
            <a:cxnSpLocks/>
          </p:cNvCxnSpPr>
          <p:nvPr/>
        </p:nvCxnSpPr>
        <p:spPr>
          <a:xfrm>
            <a:off x="5761100" y="2602158"/>
            <a:ext cx="609475" cy="0"/>
          </a:xfrm>
          <a:prstGeom prst="line">
            <a:avLst/>
          </a:prstGeom>
          <a:ln w="9525">
            <a:solidFill>
              <a:schemeClr val="bg2">
                <a:lumMod val="50000"/>
                <a:alpha val="7953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372C225C-5C2B-C098-B04C-A7882DFEBD34}"/>
              </a:ext>
            </a:extLst>
          </p:cNvPr>
          <p:cNvCxnSpPr>
            <a:cxnSpLocks/>
          </p:cNvCxnSpPr>
          <p:nvPr/>
        </p:nvCxnSpPr>
        <p:spPr>
          <a:xfrm>
            <a:off x="5761099" y="2685924"/>
            <a:ext cx="609475" cy="0"/>
          </a:xfrm>
          <a:prstGeom prst="line">
            <a:avLst/>
          </a:prstGeom>
          <a:ln w="9525">
            <a:solidFill>
              <a:schemeClr val="bg2">
                <a:lumMod val="50000"/>
                <a:alpha val="7953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52647D82-C09F-1AEF-FC4F-2348ADAAD4CA}"/>
              </a:ext>
            </a:extLst>
          </p:cNvPr>
          <p:cNvCxnSpPr>
            <a:cxnSpLocks/>
          </p:cNvCxnSpPr>
          <p:nvPr/>
        </p:nvCxnSpPr>
        <p:spPr>
          <a:xfrm>
            <a:off x="5761099" y="2767047"/>
            <a:ext cx="609475" cy="0"/>
          </a:xfrm>
          <a:prstGeom prst="line">
            <a:avLst/>
          </a:prstGeom>
          <a:ln w="9525">
            <a:solidFill>
              <a:schemeClr val="bg2">
                <a:lumMod val="50000"/>
                <a:alpha val="7953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7D3E0276-CD80-46E7-A2C4-7619CC2703D8}"/>
              </a:ext>
            </a:extLst>
          </p:cNvPr>
          <p:cNvCxnSpPr>
            <a:cxnSpLocks/>
          </p:cNvCxnSpPr>
          <p:nvPr/>
        </p:nvCxnSpPr>
        <p:spPr>
          <a:xfrm>
            <a:off x="5761099" y="2857650"/>
            <a:ext cx="609475" cy="0"/>
          </a:xfrm>
          <a:prstGeom prst="line">
            <a:avLst/>
          </a:prstGeom>
          <a:ln w="9525">
            <a:solidFill>
              <a:schemeClr val="bg2">
                <a:lumMod val="50000"/>
                <a:alpha val="7953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AAFE3A88-3699-6FBB-57F3-D45845B53268}"/>
              </a:ext>
            </a:extLst>
          </p:cNvPr>
          <p:cNvCxnSpPr>
            <a:cxnSpLocks/>
          </p:cNvCxnSpPr>
          <p:nvPr/>
        </p:nvCxnSpPr>
        <p:spPr>
          <a:xfrm>
            <a:off x="6052041" y="2365348"/>
            <a:ext cx="0" cy="118405"/>
          </a:xfrm>
          <a:prstGeom prst="line">
            <a:avLst/>
          </a:prstGeom>
          <a:ln w="22225">
            <a:solidFill>
              <a:schemeClr val="bg2">
                <a:lumMod val="50000"/>
                <a:alpha val="79536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DA087BF9-FE1C-BFF2-5633-EDEBEE47A2C8}"/>
              </a:ext>
            </a:extLst>
          </p:cNvPr>
          <p:cNvSpPr/>
          <p:nvPr/>
        </p:nvSpPr>
        <p:spPr>
          <a:xfrm flipV="1">
            <a:off x="6768984" y="1383657"/>
            <a:ext cx="264087" cy="21600"/>
          </a:xfrm>
          <a:prstGeom prst="rect">
            <a:avLst/>
          </a:prstGeom>
          <a:solidFill>
            <a:srgbClr val="618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78F2E8E2-30DA-BE79-1EA4-DD047E46F041}"/>
              </a:ext>
            </a:extLst>
          </p:cNvPr>
          <p:cNvSpPr/>
          <p:nvPr/>
        </p:nvSpPr>
        <p:spPr>
          <a:xfrm flipV="1">
            <a:off x="6768984" y="1564368"/>
            <a:ext cx="264087" cy="21600"/>
          </a:xfrm>
          <a:prstGeom prst="rect">
            <a:avLst/>
          </a:prstGeom>
          <a:solidFill>
            <a:srgbClr val="618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9B0C8F9-BA1B-905E-7D21-AA714CCD2FF8}"/>
              </a:ext>
            </a:extLst>
          </p:cNvPr>
          <p:cNvSpPr/>
          <p:nvPr/>
        </p:nvSpPr>
        <p:spPr>
          <a:xfrm flipV="1">
            <a:off x="6768984" y="1603643"/>
            <a:ext cx="264087" cy="21600"/>
          </a:xfrm>
          <a:prstGeom prst="rect">
            <a:avLst/>
          </a:prstGeom>
          <a:solidFill>
            <a:srgbClr val="618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72BE04C-E4CE-30B3-B4CF-AC933DE300FC}"/>
              </a:ext>
            </a:extLst>
          </p:cNvPr>
          <p:cNvSpPr/>
          <p:nvPr/>
        </p:nvSpPr>
        <p:spPr>
          <a:xfrm flipV="1">
            <a:off x="6768983" y="1462735"/>
            <a:ext cx="264087" cy="21600"/>
          </a:xfrm>
          <a:prstGeom prst="rect">
            <a:avLst/>
          </a:prstGeom>
          <a:solidFill>
            <a:srgbClr val="FF0000">
              <a:alpha val="499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5C22AE2-33C7-9635-3669-07D76AE0A64E}"/>
              </a:ext>
            </a:extLst>
          </p:cNvPr>
          <p:cNvSpPr/>
          <p:nvPr/>
        </p:nvSpPr>
        <p:spPr>
          <a:xfrm flipV="1">
            <a:off x="6768983" y="1254022"/>
            <a:ext cx="264087" cy="21600"/>
          </a:xfrm>
          <a:prstGeom prst="rect">
            <a:avLst/>
          </a:prstGeom>
          <a:solidFill>
            <a:srgbClr val="FF0000">
              <a:alpha val="499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AFB1A7A1-EC34-33E8-5E40-2CC2EE4B436B}"/>
              </a:ext>
            </a:extLst>
          </p:cNvPr>
          <p:cNvSpPr/>
          <p:nvPr/>
        </p:nvSpPr>
        <p:spPr>
          <a:xfrm flipV="1">
            <a:off x="6768983" y="1661672"/>
            <a:ext cx="264087" cy="21600"/>
          </a:xfrm>
          <a:prstGeom prst="rect">
            <a:avLst/>
          </a:prstGeom>
          <a:solidFill>
            <a:srgbClr val="FF0000">
              <a:alpha val="499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15AA2D23-7353-B7B6-BD92-2D804BE6D26E}"/>
              </a:ext>
            </a:extLst>
          </p:cNvPr>
          <p:cNvSpPr/>
          <p:nvPr/>
        </p:nvSpPr>
        <p:spPr>
          <a:xfrm flipV="1">
            <a:off x="6768982" y="1938849"/>
            <a:ext cx="264087" cy="21600"/>
          </a:xfrm>
          <a:prstGeom prst="rect">
            <a:avLst/>
          </a:prstGeom>
          <a:solidFill>
            <a:srgbClr val="FF0000">
              <a:alpha val="499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325D5DF3-2273-1CBF-2202-4E94D4E46B20}"/>
              </a:ext>
            </a:extLst>
          </p:cNvPr>
          <p:cNvSpPr/>
          <p:nvPr/>
        </p:nvSpPr>
        <p:spPr>
          <a:xfrm flipV="1">
            <a:off x="6768981" y="2034045"/>
            <a:ext cx="264087" cy="21600"/>
          </a:xfrm>
          <a:prstGeom prst="rect">
            <a:avLst/>
          </a:prstGeom>
          <a:solidFill>
            <a:srgbClr val="FF0000">
              <a:alpha val="499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0F51AC3-C1A7-1C18-96BB-812BBAB54B96}"/>
              </a:ext>
            </a:extLst>
          </p:cNvPr>
          <p:cNvSpPr/>
          <p:nvPr/>
        </p:nvSpPr>
        <p:spPr>
          <a:xfrm flipV="1">
            <a:off x="6768980" y="2304895"/>
            <a:ext cx="264087" cy="21600"/>
          </a:xfrm>
          <a:prstGeom prst="rect">
            <a:avLst/>
          </a:prstGeom>
          <a:solidFill>
            <a:srgbClr val="FF0000">
              <a:alpha val="499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20A3B537-E9D1-2A15-4971-9866FFBC23B1}"/>
              </a:ext>
            </a:extLst>
          </p:cNvPr>
          <p:cNvSpPr/>
          <p:nvPr/>
        </p:nvSpPr>
        <p:spPr>
          <a:xfrm flipV="1">
            <a:off x="6769109" y="2113123"/>
            <a:ext cx="264087" cy="21600"/>
          </a:xfrm>
          <a:prstGeom prst="rect">
            <a:avLst/>
          </a:prstGeom>
          <a:solidFill>
            <a:srgbClr val="618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261A38F4-F0DE-F64A-9F87-91FA692B7C25}"/>
              </a:ext>
            </a:extLst>
          </p:cNvPr>
          <p:cNvSpPr/>
          <p:nvPr/>
        </p:nvSpPr>
        <p:spPr>
          <a:xfrm flipV="1">
            <a:off x="6769109" y="2189484"/>
            <a:ext cx="264087" cy="21600"/>
          </a:xfrm>
          <a:prstGeom prst="rect">
            <a:avLst/>
          </a:prstGeom>
          <a:solidFill>
            <a:srgbClr val="618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DC4FFF1-4B40-91F3-844E-17AF8A301B22}"/>
              </a:ext>
            </a:extLst>
          </p:cNvPr>
          <p:cNvSpPr/>
          <p:nvPr/>
        </p:nvSpPr>
        <p:spPr>
          <a:xfrm flipV="1">
            <a:off x="6769109" y="2247638"/>
            <a:ext cx="264087" cy="21600"/>
          </a:xfrm>
          <a:prstGeom prst="rect">
            <a:avLst/>
          </a:prstGeom>
          <a:solidFill>
            <a:srgbClr val="618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67C1DFB6-2B26-D653-7D30-29E30ECA44DB}"/>
              </a:ext>
            </a:extLst>
          </p:cNvPr>
          <p:cNvSpPr/>
          <p:nvPr/>
        </p:nvSpPr>
        <p:spPr>
          <a:xfrm flipV="1">
            <a:off x="6771861" y="2803575"/>
            <a:ext cx="264087" cy="21600"/>
          </a:xfrm>
          <a:prstGeom prst="rect">
            <a:avLst/>
          </a:prstGeom>
          <a:solidFill>
            <a:srgbClr val="618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4365714-19AD-E06A-46F0-D5DC12415289}"/>
              </a:ext>
            </a:extLst>
          </p:cNvPr>
          <p:cNvSpPr/>
          <p:nvPr/>
        </p:nvSpPr>
        <p:spPr>
          <a:xfrm flipV="1">
            <a:off x="6771861" y="2889778"/>
            <a:ext cx="264087" cy="21600"/>
          </a:xfrm>
          <a:prstGeom prst="rect">
            <a:avLst/>
          </a:prstGeom>
          <a:solidFill>
            <a:srgbClr val="618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1BEFF52-D38D-E3C6-DB45-682FA2FD9E73}"/>
              </a:ext>
            </a:extLst>
          </p:cNvPr>
          <p:cNvSpPr/>
          <p:nvPr/>
        </p:nvSpPr>
        <p:spPr>
          <a:xfrm flipV="1">
            <a:off x="6771861" y="3070167"/>
            <a:ext cx="264087" cy="21600"/>
          </a:xfrm>
          <a:prstGeom prst="rect">
            <a:avLst/>
          </a:prstGeom>
          <a:solidFill>
            <a:srgbClr val="618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32C853F-AB3C-35A3-30B4-407CC1B405F8}"/>
              </a:ext>
            </a:extLst>
          </p:cNvPr>
          <p:cNvSpPr/>
          <p:nvPr/>
        </p:nvSpPr>
        <p:spPr>
          <a:xfrm flipV="1">
            <a:off x="6771861" y="2866062"/>
            <a:ext cx="264087" cy="21600"/>
          </a:xfrm>
          <a:prstGeom prst="rect">
            <a:avLst/>
          </a:prstGeom>
          <a:solidFill>
            <a:srgbClr val="FF0000">
              <a:alpha val="499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F902EBD4-BD1F-E229-0D58-BF396AF38432}"/>
              </a:ext>
            </a:extLst>
          </p:cNvPr>
          <p:cNvSpPr/>
          <p:nvPr/>
        </p:nvSpPr>
        <p:spPr>
          <a:xfrm flipV="1">
            <a:off x="6771861" y="2968930"/>
            <a:ext cx="264087" cy="21600"/>
          </a:xfrm>
          <a:prstGeom prst="rect">
            <a:avLst/>
          </a:prstGeom>
          <a:solidFill>
            <a:srgbClr val="FF0000">
              <a:alpha val="499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30A52F1-ED7D-FC7C-0150-0E4891BA1192}"/>
              </a:ext>
            </a:extLst>
          </p:cNvPr>
          <p:cNvSpPr/>
          <p:nvPr/>
        </p:nvSpPr>
        <p:spPr>
          <a:xfrm flipV="1">
            <a:off x="6771861" y="3153449"/>
            <a:ext cx="264087" cy="21600"/>
          </a:xfrm>
          <a:prstGeom prst="rect">
            <a:avLst/>
          </a:prstGeom>
          <a:solidFill>
            <a:srgbClr val="FF0000">
              <a:alpha val="499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322BAC10-8A03-7F3E-606A-4131D00E9548}"/>
              </a:ext>
            </a:extLst>
          </p:cNvPr>
          <p:cNvCxnSpPr>
            <a:cxnSpLocks/>
            <a:stCxn id="65" idx="3"/>
            <a:endCxn id="81" idx="1"/>
          </p:cNvCxnSpPr>
          <p:nvPr/>
        </p:nvCxnSpPr>
        <p:spPr>
          <a:xfrm flipV="1">
            <a:off x="6373751" y="1484231"/>
            <a:ext cx="395913" cy="934483"/>
          </a:xfrm>
          <a:prstGeom prst="line">
            <a:avLst/>
          </a:prstGeom>
          <a:ln w="19050">
            <a:solidFill>
              <a:srgbClr val="FF7600"/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20">
            <a:extLst>
              <a:ext uri="{FF2B5EF4-FFF2-40B4-BE49-F238E27FC236}">
                <a16:creationId xmlns:a16="http://schemas.microsoft.com/office/drawing/2014/main" id="{980D9899-B353-F19F-3941-54F04628B07C}"/>
              </a:ext>
            </a:extLst>
          </p:cNvPr>
          <p:cNvCxnSpPr>
            <a:cxnSpLocks/>
            <a:stCxn id="65" idx="3"/>
            <a:endCxn id="82" idx="1"/>
          </p:cNvCxnSpPr>
          <p:nvPr/>
        </p:nvCxnSpPr>
        <p:spPr>
          <a:xfrm flipV="1">
            <a:off x="6373751" y="2095734"/>
            <a:ext cx="395233" cy="322980"/>
          </a:xfrm>
          <a:prstGeom prst="line">
            <a:avLst/>
          </a:prstGeom>
          <a:ln w="19050">
            <a:solidFill>
              <a:srgbClr val="FF7600"/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540DBEEA-9A6B-A9CD-06DD-049B312D903A}"/>
              </a:ext>
            </a:extLst>
          </p:cNvPr>
          <p:cNvCxnSpPr>
            <a:cxnSpLocks/>
            <a:stCxn id="65" idx="3"/>
            <a:endCxn id="83" idx="1"/>
          </p:cNvCxnSpPr>
          <p:nvPr/>
        </p:nvCxnSpPr>
        <p:spPr>
          <a:xfrm>
            <a:off x="6373751" y="2418714"/>
            <a:ext cx="395625" cy="582721"/>
          </a:xfrm>
          <a:prstGeom prst="line">
            <a:avLst/>
          </a:prstGeom>
          <a:ln w="19050">
            <a:solidFill>
              <a:srgbClr val="FF7600"/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右箭头 127">
            <a:extLst>
              <a:ext uri="{FF2B5EF4-FFF2-40B4-BE49-F238E27FC236}">
                <a16:creationId xmlns:a16="http://schemas.microsoft.com/office/drawing/2014/main" id="{57ADFAC6-8FBA-87D0-5A49-58D789CADA2B}"/>
              </a:ext>
            </a:extLst>
          </p:cNvPr>
          <p:cNvSpPr/>
          <p:nvPr/>
        </p:nvSpPr>
        <p:spPr>
          <a:xfrm>
            <a:off x="2771821" y="2173100"/>
            <a:ext cx="256182" cy="14437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DCAD48FF-B94F-3DEC-28A3-3274D00829B3}"/>
              </a:ext>
            </a:extLst>
          </p:cNvPr>
          <p:cNvSpPr/>
          <p:nvPr/>
        </p:nvSpPr>
        <p:spPr>
          <a:xfrm>
            <a:off x="4498190" y="1589001"/>
            <a:ext cx="239937" cy="1295246"/>
          </a:xfrm>
          <a:prstGeom prst="rect">
            <a:avLst/>
          </a:prstGeom>
          <a:noFill/>
          <a:ln w="25400">
            <a:solidFill>
              <a:srgbClr val="F640E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B7B7D91F-8C6A-BB53-4B27-79951640C309}"/>
              </a:ext>
            </a:extLst>
          </p:cNvPr>
          <p:cNvSpPr/>
          <p:nvPr/>
        </p:nvSpPr>
        <p:spPr>
          <a:xfrm>
            <a:off x="5771218" y="1878901"/>
            <a:ext cx="599356" cy="1079614"/>
          </a:xfrm>
          <a:prstGeom prst="rect">
            <a:avLst/>
          </a:prstGeom>
          <a:noFill/>
          <a:ln w="25400">
            <a:solidFill>
              <a:srgbClr val="F640E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5" name="直线连接符 134">
            <a:extLst>
              <a:ext uri="{FF2B5EF4-FFF2-40B4-BE49-F238E27FC236}">
                <a16:creationId xmlns:a16="http://schemas.microsoft.com/office/drawing/2014/main" id="{1CFC2A98-678C-F121-E28E-E5768BF7A10E}"/>
              </a:ext>
            </a:extLst>
          </p:cNvPr>
          <p:cNvCxnSpPr>
            <a:cxnSpLocks/>
          </p:cNvCxnSpPr>
          <p:nvPr/>
        </p:nvCxnSpPr>
        <p:spPr>
          <a:xfrm>
            <a:off x="4735919" y="1586597"/>
            <a:ext cx="1024422" cy="293852"/>
          </a:xfrm>
          <a:prstGeom prst="line">
            <a:avLst/>
          </a:prstGeom>
          <a:ln w="25400">
            <a:solidFill>
              <a:srgbClr val="F640E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线连接符 138">
            <a:extLst>
              <a:ext uri="{FF2B5EF4-FFF2-40B4-BE49-F238E27FC236}">
                <a16:creationId xmlns:a16="http://schemas.microsoft.com/office/drawing/2014/main" id="{CB0D8ACE-ABC4-4871-25DD-A75B30BF90F1}"/>
              </a:ext>
            </a:extLst>
          </p:cNvPr>
          <p:cNvCxnSpPr>
            <a:cxnSpLocks/>
          </p:cNvCxnSpPr>
          <p:nvPr/>
        </p:nvCxnSpPr>
        <p:spPr>
          <a:xfrm>
            <a:off x="4745068" y="2891458"/>
            <a:ext cx="1017629" cy="67057"/>
          </a:xfrm>
          <a:prstGeom prst="line">
            <a:avLst/>
          </a:prstGeom>
          <a:ln w="25400">
            <a:solidFill>
              <a:srgbClr val="F640E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2B014995-1AEE-050A-00FA-60B971FCD7D9}"/>
              </a:ext>
            </a:extLst>
          </p:cNvPr>
          <p:cNvSpPr txBox="1"/>
          <p:nvPr/>
        </p:nvSpPr>
        <p:spPr>
          <a:xfrm>
            <a:off x="6359849" y="943414"/>
            <a:ext cx="1082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50" dirty="0">
                <a:latin typeface="Calisto MT" panose="02040603050505030304" pitchFamily="18" charset="0"/>
              </a:rPr>
              <a:t>Candidate pairs</a:t>
            </a:r>
            <a:endParaRPr kumimoji="1" lang="zh-CN" altLang="en-US" sz="1050" dirty="0">
              <a:latin typeface="Calisto MT" panose="02040603050505030304" pitchFamily="18" charset="0"/>
            </a:endParaRPr>
          </a:p>
        </p:txBody>
      </p:sp>
      <p:sp>
        <p:nvSpPr>
          <p:cNvPr id="143" name="右箭头 142">
            <a:extLst>
              <a:ext uri="{FF2B5EF4-FFF2-40B4-BE49-F238E27FC236}">
                <a16:creationId xmlns:a16="http://schemas.microsoft.com/office/drawing/2014/main" id="{0E45DFA2-55D3-1A0B-CF2B-6E5DCE630D14}"/>
              </a:ext>
            </a:extLst>
          </p:cNvPr>
          <p:cNvSpPr/>
          <p:nvPr/>
        </p:nvSpPr>
        <p:spPr>
          <a:xfrm>
            <a:off x="5392209" y="2298612"/>
            <a:ext cx="256182" cy="14437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4" name="右箭头 143">
            <a:extLst>
              <a:ext uri="{FF2B5EF4-FFF2-40B4-BE49-F238E27FC236}">
                <a16:creationId xmlns:a16="http://schemas.microsoft.com/office/drawing/2014/main" id="{F9544A16-622B-80D2-3691-BF6D0B064BDF}"/>
              </a:ext>
            </a:extLst>
          </p:cNvPr>
          <p:cNvSpPr>
            <a:spLocks noChangeAspect="1"/>
          </p:cNvSpPr>
          <p:nvPr/>
        </p:nvSpPr>
        <p:spPr>
          <a:xfrm>
            <a:off x="7135444" y="1467930"/>
            <a:ext cx="148158" cy="8349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5" name="右箭头 144">
            <a:extLst>
              <a:ext uri="{FF2B5EF4-FFF2-40B4-BE49-F238E27FC236}">
                <a16:creationId xmlns:a16="http://schemas.microsoft.com/office/drawing/2014/main" id="{48743A63-48E5-10E0-FBC3-9D360621C008}"/>
              </a:ext>
            </a:extLst>
          </p:cNvPr>
          <p:cNvSpPr>
            <a:spLocks noChangeAspect="1"/>
          </p:cNvSpPr>
          <p:nvPr/>
        </p:nvSpPr>
        <p:spPr>
          <a:xfrm>
            <a:off x="7135444" y="2057624"/>
            <a:ext cx="148158" cy="8349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6" name="右箭头 145">
            <a:extLst>
              <a:ext uri="{FF2B5EF4-FFF2-40B4-BE49-F238E27FC236}">
                <a16:creationId xmlns:a16="http://schemas.microsoft.com/office/drawing/2014/main" id="{13E65DED-5F7A-FE71-0A52-B9C2541D69A3}"/>
              </a:ext>
            </a:extLst>
          </p:cNvPr>
          <p:cNvSpPr>
            <a:spLocks noChangeAspect="1"/>
          </p:cNvSpPr>
          <p:nvPr/>
        </p:nvSpPr>
        <p:spPr>
          <a:xfrm>
            <a:off x="7135444" y="2972667"/>
            <a:ext cx="148158" cy="8349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8473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71831</TotalTime>
  <Words>29</Words>
  <Application>Microsoft Macintosh PowerPoint</Application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Calisto MT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成勋 洪</dc:creator>
  <cp:lastModifiedBy>成勋 洪</cp:lastModifiedBy>
  <cp:revision>3</cp:revision>
  <dcterms:created xsi:type="dcterms:W3CDTF">2026-06-03T16:26:40Z</dcterms:created>
  <dcterms:modified xsi:type="dcterms:W3CDTF">2026-07-23T13:38:34Z</dcterms:modified>
</cp:coreProperties>
</file>